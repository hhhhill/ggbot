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主题概览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历史主题范围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说明历史主题范围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概括事件核心脉络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交代本次汇报结构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提出核心判断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历史背景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时代环境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交代时代环境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说明直接原因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指出任务起点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解释背景压力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主要事件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过程梳理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梳理关键过程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概括重要节点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说明发展变化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提炼关键转折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关键会议与战役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核心节点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提炼重要会议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提炼重要战役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说明关键影响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概括战略价值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历史意义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长期影响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总结历史价值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概括长期影响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提炼现实启示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形成总结判断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代表人物与决策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组织调整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概括核心领导变化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提炼重要决策逻辑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解释组织作用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说明历史启发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总结与启示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现实意义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回顾主要结论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说明精神价值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联系现实场景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提出学习启示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