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百年工科传承，湾区创新引擎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华南理工大学介绍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教育部直属全国重点大学，“双一流” “985” “211” 重点建设高校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一所以工见长，理工结合，多学科协调发展的综合性研究型大学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坐落粤港澳大湾区核心城市广州，拥有五山、大学城、广州国际三个校区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校园总面积约390万平方米，三校区功能互补、协同发展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历史沿革：从“红色甲工”到南方翘楚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一百年风雨兼程，始终与国家同向同行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1918年：广东省立第一甲种工业学校成立，播下“红色甲工”革命火种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1952年：全国院系调整，汇集中山大学、岭南大学等校工科精华正式组建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1960年：被确定为全国重点大学，1981年成为首批博士硕士学位授予单位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1995年进入“211工程”，2001年进入“985工程”，2017年入选“双一流”A类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红色基因与实干精神贯穿百年，塑造出务实笃行的学术气质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学科特色：优势突出，王牌引领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轻工、建筑、材料、食品，四大王牌享誉全国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轻工技术与工程：传统王牌，制浆造纸、发酵工程领域连续多年全国领先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建筑学：“建筑老八校”之一，何镜堂院士设计中国馆等国家记忆建筑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材料科学与工程：曹镛院士团队在有机高分子发光材料研究推动新型显示产业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食品科学与工程：稳居世界一流，为食品安全与工业创新提供核心科技支撑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岭南建筑学派扎根于此，重视建筑与地域气候、文化的深度融合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面向未来：新工科与国际校区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布局人工智能、集成电路，打造在地国际化育人新地标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广州国际校区聚焦前沿交叉领域，推行全英文教学与书院制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开设机器人工程、智能制造、人工智能、数据科学与大数据技术等新工科专业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依托粤港澳大湾区产业优势，强化集成电路、生物医药等学科布局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推行全程导师制，不同专业学生混住交流，形成多元融合的创新生态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致力于培养具有全球视野、跨学科能力的未来领军人才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校园文化：“博学慎思，明辨笃行”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百步梯精神、科创平台与体育传统，铸造华工之魂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校训出自《礼记·中庸》，倡导广博学习、审慎思考、明确辨别、坚定执行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百步梯为五山校区精神地标，象征百折不挠、攀登求索的华工品格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“百步梯攀登计划”每年资助数百项学生课外科研项目，点燃科创梦想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“华工青年说”“世纪讲坛”等学术品牌营造浓厚思辨氛围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体育传统深厚，男子篮球队多次问鼎CUBA冠军，赛场激情凝聚校园认同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知名校友：群星璀璨，实干兴邦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latin typeface="Microsoft YaHei"/>
              </a:rPr>
              <a:t>“工程师的摇篮”与“企业家的摇篮”，撑起区域发展脊梁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“华工三剑客”：李东生（TCL）、陈伟荣（康佳）、黄宏生（创维），同班同专业，改写中国彩电业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新能源智能汽车赛道：广汽集团曾庆洪与小鹏汽车何小鹏均为华工校友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动力电池领域：亿纬锂能刘金成延续“华工系”制造传奇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华南地区约50%的工程师、珠三角近2/3的制造业企业家和技术骨干出自华工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鲜明的“实干”基因：不善言辞但精于技术、崇尚行动，深刻推动区域经济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迈向世界一流，贡献华工力量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扎根中国大地，在湾区建设中续写百年辉煌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从1918年“红色甲工”到新时代“双一流”，百年薪火相传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紧抓粤港澳大湾区建设历史机遇，推动学科与产业深度融合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以广州国际校区为支点，探索中国高等教育在地国际化新模式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持续强化轻工、建筑、材料、食品等优势学科的世界引领地位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输出“华工智慧”与“华工力量”，服务国家富强与民族复兴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